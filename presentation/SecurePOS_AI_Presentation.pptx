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16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66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95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875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667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10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31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40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80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3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2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4470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33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303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491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792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29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0862F63-2499-48F7-ADD1-238D8D5C7E3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9AD90-00A7-459F-8075-15CCC3B3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231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9C65-607B-6919-D1FF-158D9F0846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600" b="1" dirty="0" err="1">
                <a:latin typeface="Arial" panose="020B0604020202020204" pitchFamily="34" charset="0"/>
                <a:cs typeface="Arial" panose="020B0604020202020204" pitchFamily="34" charset="0"/>
              </a:rPr>
              <a:t>SecurePOS</a:t>
            </a:r>
            <a:r>
              <a:rPr lang="en-IN" sz="6600" b="1" dirty="0"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05F7F-218C-D38A-5D44-641D4ABFF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Intelligent Theft Detection System</a:t>
            </a:r>
          </a:p>
        </p:txBody>
      </p:sp>
    </p:spTree>
    <p:extLst>
      <p:ext uri="{BB962C8B-B14F-4D97-AF65-F5344CB8AC3E}">
        <p14:creationId xmlns:p14="http://schemas.microsoft.com/office/powerpoint/2010/main" val="109683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304EE-3666-2E87-ACFB-8B36C2D8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7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Retail theft causes billions in losses.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A9804-ACD0-456B-7D00-D2A83A8C8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systems: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monitoring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intelligent detection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POS synchronization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6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CA1D-ED63-DC7F-D75C-1784B0E6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807C1-705D-BD3C-2880-68C579D12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system that: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Monitors video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Reads POS logs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Detects theft automatically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Sends real-time alerts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46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74D32-D499-E7F2-7C19-F3BAF6A4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BFDB8-B837-52E8-6F20-E7573D7EB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Capture video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Detect drawer activity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 POS logs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timestamps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 alert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056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DD6A86-6352-FEEE-BD56-0E5C44642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047" y="0"/>
            <a:ext cx="6107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99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C8CB-1AAB-3CC8-9133-5B5ABA4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1389-119A-B2BE-C757-DC04B8A65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YOLOv8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55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9905-FB39-4F56-7CC6-4C39B5D0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294E-61F4-40BB-F695-9E824CA17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Real-time monitoring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Theft detection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 alerts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 cost solution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32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94C5-2E0A-2149-4605-FD75C830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EE9B0-E2EF-0693-FC5A-B4FB1C0E1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Combines: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Computer Vision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 synchronization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Real-time alerting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06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5716-2DCF-A21E-3BB6-478BDE6D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0AF23-91C7-08F9-F509-B9157305E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Show: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Camera detection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Alert generation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408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B8D0-7F07-E8AF-75BB-E072D281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9A009-9A4A-4984-CE64-32B807432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Benefits: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Prevent theft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security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 losses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5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BED5-F674-0FD0-53FA-526EF19C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4BD0-D7FE-5760-684F-A369D1FA2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Cloud integration</a:t>
            </a:r>
          </a:p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Mobile alerts</a:t>
            </a:r>
          </a:p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Multi-camera support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059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420C-9463-6964-F1E3-E6DCE12A2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6713"/>
            <a:ext cx="9144000" cy="238760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66012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110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SecurePOS AI</vt:lpstr>
      <vt:lpstr>Retail theft causes billions in losses.</vt:lpstr>
      <vt:lpstr>Our Solution</vt:lpstr>
      <vt:lpstr>How it works</vt:lpstr>
      <vt:lpstr>PowerPoint Presentation</vt:lpstr>
      <vt:lpstr>Technology Stack</vt:lpstr>
      <vt:lpstr>Features</vt:lpstr>
      <vt:lpstr>Innovation</vt:lpstr>
      <vt:lpstr>Demo</vt:lpstr>
      <vt:lpstr>Impact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SecurePOS AI</dc:title>
  <dc:creator>Hapaliya Aryanha</dc:creator>
  <cp:lastModifiedBy>Hapaliya Aryanha</cp:lastModifiedBy>
  <cp:revision>1</cp:revision>
  <dcterms:created xsi:type="dcterms:W3CDTF">2026-02-19T16:50:59Z</dcterms:created>
  <dcterms:modified xsi:type="dcterms:W3CDTF">2026-02-19T17:02:19Z</dcterms:modified>
</cp:coreProperties>
</file>